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Agents and MCP Servers: Are the electric sheep safe?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Brett Smith &lt;bc.smith@sas.com&gt; 20250913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Here is a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point number 1</a:t>
            </a:r>
          </a:p>
          <a:p>
            <a:pPr>
              <a:defRPr sz="1600"/>
            </a:pPr>
            <a:r>
              <a:t>• point number 2</a:t>
            </a:r>
          </a:p>
          <a:p>
            <a:pPr>
              <a:defRPr sz="1600"/>
            </a:pPr>
            <a:r>
              <a:t>• point number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Here is another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point number 1</a:t>
            </a:r>
          </a:p>
          <a:p>
            <a:pPr>
              <a:defRPr sz="1600"/>
            </a:pPr>
            <a:r>
              <a:t>• point number 2</a:t>
            </a:r>
          </a:p>
          <a:p>
            <a:pPr>
              <a:defRPr sz="1600"/>
            </a:pPr>
            <a:r>
              <a:t>• point number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34566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Here is the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a really long sentence that runs on for a long time about an electric sheep that is unfortunate enough to wrap lines</a:t>
            </a:r>
          </a:p>
          <a:p>
            <a:pPr>
              <a:defRPr sz="1600"/>
            </a:pPr>
            <a:r>
              <a:t>• a really long sentence that runs on for a long time about an electric sheep that is unfortunate enough to wrap lines</a:t>
            </a:r>
          </a:p>
          <a:p>
            <a:pPr>
              <a:defRPr sz="1600"/>
            </a:pPr>
            <a:r>
              <a:t>• a really long sentence that runs on for a long time about an electric sheep that is unfortunate enough to wrap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