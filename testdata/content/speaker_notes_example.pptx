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greet the audience warmly and introduce yourself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points:</a:t>
            </a:r>
          </a:p>
          <a:p>
            <a:r>
              <a:t>- Explain that speaker notes are invisible to the audience</a:t>
            </a:r>
          </a:p>
          <a:p>
            <a:r>
              <a:t>- Mention they're useful for timing and transitions</a:t>
            </a:r>
          </a:p>
          <a:p>
            <a:r>
              <a:t>- Give examples of when to use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speaker note</a:t>
            </a:r>
          </a:p>
          <a:p/>
          <a:p>
            <a:r>
              <a:t>Demo this live if possible. Show the markdown source and the resulting PowerPoint.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note: introduce the concept</a:t>
            </a:r>
          </a:p>
          <a:p/>
          <a:p>
            <a:r>
              <a:t>Second note: emphasize the flexibility of this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Advanced talking points:</a:t>
            </a:r>
          </a:p>
          <a:p>
            <a:r>
              <a:t>- Multi-line comments work perfectly</a:t>
            </a:r>
          </a:p>
          <a:p>
            <a:r>
              <a:t>- Special characters are preserved: &lt;&gt;&amp;"'</a:t>
            </a:r>
          </a:p>
          <a:p>
            <a:r>
              <a:t>- Unicode characters work too: 你好 🎉</a:t>
            </a:r>
          </a:p>
          <a:p>
            <a:r>
              <a:t>- Even markdown syntax inside comments is preserved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 minutes for this slide</a:t>
            </a:r>
          </a:p>
          <a:p/>
          <a:p>
            <a:r>
              <a:t>Best practices to mention:</a:t>
            </a:r>
          </a:p>
          <a:p>
            <a:r>
              <a:t>1. Keep notes concise but informative</a:t>
            </a:r>
          </a:p>
          <a:p>
            <a:r>
              <a:t>2. Use notes for timing guidance</a:t>
            </a:r>
          </a:p>
          <a:p>
            <a:r>
              <a:t>3. Include transition cues</a:t>
            </a:r>
          </a:p>
          <a:p>
            <a:r>
              <a:t>4. Add reminders for demos or audience interaction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Q&amp;A.</a:t>
            </a:r>
          </a:p>
          <a:p>
            <a:r>
              <a:t>Thank the audience for their time.</a:t>
            </a:r>
          </a:p>
          <a:p>
            <a:r>
              <a:t>Provide contact information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Welcome to Speaker Notes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This presentation demonstrates the new speaker notes feature.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Speaker notes are created using HTML comments</a:t>
            </a:r>
          </a:p>
          <a:p>
            <a:pPr>
              <a:defRPr sz="1600"/>
            </a:pPr>
            <a:r>
              <a:t>• They won't appear on slides</a:t>
            </a:r>
          </a:p>
          <a:p>
            <a:pPr>
              <a:defRPr sz="1600"/>
            </a:pPr>
            <a:r>
              <a:t>• But presenters can see them in presenter mode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What are Speaker Notes?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Speaker notes help presenters remember key points without cluttering slides.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Keep slides clean and minimal</a:t>
            </a:r>
          </a:p>
          <a:p>
            <a:pPr>
              <a:defRPr sz="1600"/>
            </a:pPr>
            <a:r>
              <a:t>• Add detailed notes for the presenter</a:t>
            </a:r>
          </a:p>
          <a:p>
            <a:pPr>
              <a:defRPr sz="1600"/>
            </a:pPr>
            <a:r>
              <a:t>• Improve presentation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How to Add Speaker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Simply use HTML comment syntax in your markdown:</a:t>
            </a:r>
          </a:p>
          <a:p>
            <a:pPr>
              <a:defRPr sz="1800"/>
            </a:pPr>
            <a:r>
              <a:t>```markdown</a:t>
            </a:r>
          </a:p>
          <a:p>
            <a:pPr>
              <a:defRPr sz="1800"/>
            </a:pPr>
            <a:r>
              <a:t>```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Multiple Notes Per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You can add multiple comments throughout a slide.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Each comment becomes part of the speaker notes</a:t>
            </a:r>
          </a:p>
          <a:p>
            <a:pPr>
              <a:defRPr sz="1600"/>
            </a:pPr>
            <a:r>
              <a:t>• Multiple comments are combined</a:t>
            </a:r>
          </a:p>
          <a:p>
            <a:pPr>
              <a:defRPr sz="1600"/>
            </a:pPr>
            <a:r>
              <a:t>• Order is preserved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Advanced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Multi-line comments supported</a:t>
            </a:r>
          </a:p>
          <a:p>
            <a:pPr>
              <a:defRPr sz="1600"/>
            </a:pPr>
            <a:r>
              <a:t>• Special characters handled correctly</a:t>
            </a:r>
          </a:p>
          <a:p>
            <a:pPr>
              <a:defRPr sz="1600"/>
            </a:pPr>
            <a:r>
              <a:t>• Unicode support included</a:t>
            </a:r>
          </a:p>
          <a:p>
            <a:pPr>
              <a:defRPr sz="1600"/>
            </a:pPr>
            <a:r>
              <a:t>• Markdown in comments preserved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731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• Use notes for timing and pacing</a:t>
            </a:r>
          </a:p>
          <a:p>
            <a:pPr>
              <a:defRPr sz="1600"/>
            </a:pPr>
            <a:r>
              <a:t>• Include transition cues</a:t>
            </a:r>
          </a:p>
          <a:p>
            <a:pPr>
              <a:defRPr sz="1600"/>
            </a:pPr>
            <a:r>
              <a:t>• Add reminders for demos</a:t>
            </a:r>
          </a:p>
          <a:p>
            <a:pPr>
              <a:defRPr sz="1600"/>
            </a:pPr>
            <a:r>
              <a:t>• Keep audience engagement high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